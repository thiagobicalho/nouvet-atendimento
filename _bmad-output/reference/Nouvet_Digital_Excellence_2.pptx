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9" r:id="rId13"/>
    <p:sldId id="264" r:id="rId14"/>
    <p:sldId id="265" r:id="rId15"/>
    <p:sldId id="270" r:id="rId16"/>
    <p:sldId id="266" r:id="rId17"/>
    <p:sldId id="267" r:id="rId18"/>
    <p:sldId id="271" r:id="rId19"/>
    <p:sldId id="272" r:id="rId20"/>
    <p:sldId id="268" r:id="rId2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D0D5EE-104B-4CBD-8430-AB48B4BD1AB3}" v="7" dt="2026-08-25T13:24:05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e Sansi | Btech.Cloud" userId="06c377b5-e9ab-40df-9bc1-8c76c17feabb" providerId="ADAL" clId="{F7C5B12C-6990-4BFE-A85C-AAAEFEFD1F92}"/>
    <pc:docChg chg="modSld sldOrd">
      <pc:chgData name="Simone Sansi | Btech.Cloud" userId="06c377b5-e9ab-40df-9bc1-8c76c17feabb" providerId="ADAL" clId="{F7C5B12C-6990-4BFE-A85C-AAAEFEFD1F92}" dt="2026-08-25T13:10:32.851" v="2" actId="1076"/>
      <pc:docMkLst>
        <pc:docMk/>
      </pc:docMkLst>
      <pc:sldChg chg="modSp mod">
        <pc:chgData name="Simone Sansi | Btech.Cloud" userId="06c377b5-e9ab-40df-9bc1-8c76c17feabb" providerId="ADAL" clId="{F7C5B12C-6990-4BFE-A85C-AAAEFEFD1F92}" dt="2026-08-25T13:10:32.851" v="2" actId="1076"/>
        <pc:sldMkLst>
          <pc:docMk/>
          <pc:sldMk cId="0" sldId="268"/>
        </pc:sldMkLst>
        <pc:picChg chg="mod">
          <ac:chgData name="Simone Sansi | Btech.Cloud" userId="06c377b5-e9ab-40df-9bc1-8c76c17feabb" providerId="ADAL" clId="{F7C5B12C-6990-4BFE-A85C-AAAEFEFD1F92}" dt="2026-08-25T13:10:32.851" v="2" actId="1076"/>
          <ac:picMkLst>
            <pc:docMk/>
            <pc:sldMk cId="0" sldId="268"/>
            <ac:picMk id="2" creationId="{00000000-0000-0000-0000-000000000000}"/>
          </ac:picMkLst>
        </pc:picChg>
      </pc:sldChg>
      <pc:sldChg chg="ord">
        <pc:chgData name="Simone Sansi | Btech.Cloud" userId="06c377b5-e9ab-40df-9bc1-8c76c17feabb" providerId="ADAL" clId="{F7C5B12C-6990-4BFE-A85C-AAAEFEFD1F92}" dt="2026-08-21T12:08:25.704" v="1"/>
        <pc:sldMkLst>
          <pc:docMk/>
          <pc:sldMk cId="1062009612" sldId="269"/>
        </pc:sldMkLst>
      </pc:sldChg>
    </pc:docChg>
  </pc:docChgLst>
  <pc:docChgLst>
    <pc:chgData name="Luis Niel Matt | Btech.Cloud" userId="254b82ce-963d-49c0-b7e7-807cf35cec29" providerId="ADAL" clId="{FB04BD5B-9796-462B-8230-FBE81369452C}"/>
    <pc:docChg chg="undo custSel addSld modSld sldOrd">
      <pc:chgData name="Luis Niel Matt | Btech.Cloud" userId="254b82ce-963d-49c0-b7e7-807cf35cec29" providerId="ADAL" clId="{FB04BD5B-9796-462B-8230-FBE81369452C}" dt="2026-08-25T13:24:05.273" v="145" actId="14100"/>
      <pc:docMkLst>
        <pc:docMk/>
      </pc:docMkLst>
      <pc:sldChg chg="addSp delSp modSp mod">
        <pc:chgData name="Luis Niel Matt | Btech.Cloud" userId="254b82ce-963d-49c0-b7e7-807cf35cec29" providerId="ADAL" clId="{FB04BD5B-9796-462B-8230-FBE81369452C}" dt="2026-08-20T18:54:38.433" v="92" actId="1035"/>
        <pc:sldMkLst>
          <pc:docMk/>
          <pc:sldMk cId="0" sldId="256"/>
        </pc:sldMkLst>
        <pc:picChg chg="add mod">
          <ac:chgData name="Luis Niel Matt | Btech.Cloud" userId="254b82ce-963d-49c0-b7e7-807cf35cec29" providerId="ADAL" clId="{FB04BD5B-9796-462B-8230-FBE81369452C}" dt="2026-08-20T18:51:29.340" v="68" actId="1037"/>
          <ac:picMkLst>
            <pc:docMk/>
            <pc:sldMk cId="0" sldId="256"/>
            <ac:picMk id="6" creationId="{D11B0C1A-2107-EB7A-B51F-D988C80E1A73}"/>
          </ac:picMkLst>
        </pc:picChg>
        <pc:picChg chg="add mod">
          <ac:chgData name="Luis Niel Matt | Btech.Cloud" userId="254b82ce-963d-49c0-b7e7-807cf35cec29" providerId="ADAL" clId="{FB04BD5B-9796-462B-8230-FBE81369452C}" dt="2026-08-20T18:54:38.433" v="92" actId="1035"/>
          <ac:picMkLst>
            <pc:docMk/>
            <pc:sldMk cId="0" sldId="256"/>
            <ac:picMk id="8" creationId="{E321C73D-CBF1-9AC2-F535-EA830CECD8BD}"/>
          </ac:picMkLst>
        </pc:picChg>
      </pc:sldChg>
      <pc:sldChg chg="addSp delSp modSp mod">
        <pc:chgData name="Luis Niel Matt | Btech.Cloud" userId="254b82ce-963d-49c0-b7e7-807cf35cec29" providerId="ADAL" clId="{FB04BD5B-9796-462B-8230-FBE81369452C}" dt="2026-08-20T18:51:40.325" v="69" actId="22"/>
        <pc:sldMkLst>
          <pc:docMk/>
          <pc:sldMk cId="0" sldId="257"/>
        </pc:sldMkLst>
        <pc:picChg chg="add mod">
          <ac:chgData name="Luis Niel Matt | Btech.Cloud" userId="254b82ce-963d-49c0-b7e7-807cf35cec29" providerId="ADAL" clId="{FB04BD5B-9796-462B-8230-FBE81369452C}" dt="2026-08-20T18:47:01.052" v="21" actId="14100"/>
          <ac:picMkLst>
            <pc:docMk/>
            <pc:sldMk cId="0" sldId="257"/>
            <ac:picMk id="4" creationId="{2F1A9F75-B795-9608-2135-77F91391EEB1}"/>
          </ac:picMkLst>
        </pc:picChg>
        <pc:picChg chg="add">
          <ac:chgData name="Luis Niel Matt | Btech.Cloud" userId="254b82ce-963d-49c0-b7e7-807cf35cec29" providerId="ADAL" clId="{FB04BD5B-9796-462B-8230-FBE81369452C}" dt="2026-08-20T18:51:40.325" v="69" actId="22"/>
          <ac:picMkLst>
            <pc:docMk/>
            <pc:sldMk cId="0" sldId="257"/>
            <ac:picMk id="8" creationId="{6AF00945-F515-543A-B6C9-B3F57CE2DA56}"/>
          </ac:picMkLst>
        </pc:picChg>
      </pc:sldChg>
      <pc:sldChg chg="addSp delSp mod">
        <pc:chgData name="Luis Niel Matt | Btech.Cloud" userId="254b82ce-963d-49c0-b7e7-807cf35cec29" providerId="ADAL" clId="{FB04BD5B-9796-462B-8230-FBE81369452C}" dt="2026-08-20T18:51:41.472" v="70" actId="22"/>
        <pc:sldMkLst>
          <pc:docMk/>
          <pc:sldMk cId="0" sldId="258"/>
        </pc:sldMkLst>
        <pc:picChg chg="add">
          <ac:chgData name="Luis Niel Matt | Btech.Cloud" userId="254b82ce-963d-49c0-b7e7-807cf35cec29" providerId="ADAL" clId="{FB04BD5B-9796-462B-8230-FBE81369452C}" dt="2026-08-20T18:51:41.472" v="70" actId="22"/>
          <ac:picMkLst>
            <pc:docMk/>
            <pc:sldMk cId="0" sldId="258"/>
            <ac:picMk id="6" creationId="{44D777AE-B161-BE51-7433-2E64A38D60CC}"/>
          </ac:picMkLst>
        </pc:picChg>
      </pc:sldChg>
      <pc:sldChg chg="addSp delSp mod">
        <pc:chgData name="Luis Niel Matt | Btech.Cloud" userId="254b82ce-963d-49c0-b7e7-807cf35cec29" providerId="ADAL" clId="{FB04BD5B-9796-462B-8230-FBE81369452C}" dt="2026-08-20T18:51:42.532" v="71" actId="22"/>
        <pc:sldMkLst>
          <pc:docMk/>
          <pc:sldMk cId="0" sldId="259"/>
        </pc:sldMkLst>
        <pc:picChg chg="add">
          <ac:chgData name="Luis Niel Matt | Btech.Cloud" userId="254b82ce-963d-49c0-b7e7-807cf35cec29" providerId="ADAL" clId="{FB04BD5B-9796-462B-8230-FBE81369452C}" dt="2026-08-20T18:51:42.532" v="71" actId="22"/>
          <ac:picMkLst>
            <pc:docMk/>
            <pc:sldMk cId="0" sldId="259"/>
            <ac:picMk id="6" creationId="{E446BD03-FA9F-C3C1-AFF5-F64016F51BEA}"/>
          </ac:picMkLst>
        </pc:picChg>
      </pc:sldChg>
      <pc:sldChg chg="addSp delSp mod">
        <pc:chgData name="Luis Niel Matt | Btech.Cloud" userId="254b82ce-963d-49c0-b7e7-807cf35cec29" providerId="ADAL" clId="{FB04BD5B-9796-462B-8230-FBE81369452C}" dt="2026-08-20T18:51:43.499" v="72" actId="22"/>
        <pc:sldMkLst>
          <pc:docMk/>
          <pc:sldMk cId="0" sldId="260"/>
        </pc:sldMkLst>
        <pc:picChg chg="add">
          <ac:chgData name="Luis Niel Matt | Btech.Cloud" userId="254b82ce-963d-49c0-b7e7-807cf35cec29" providerId="ADAL" clId="{FB04BD5B-9796-462B-8230-FBE81369452C}" dt="2026-08-20T18:51:43.499" v="72" actId="22"/>
          <ac:picMkLst>
            <pc:docMk/>
            <pc:sldMk cId="0" sldId="260"/>
            <ac:picMk id="6" creationId="{DC600744-C7AC-902F-D374-F6237026F8CD}"/>
          </ac:picMkLst>
        </pc:picChg>
      </pc:sldChg>
      <pc:sldChg chg="addSp delSp mod">
        <pc:chgData name="Luis Niel Matt | Btech.Cloud" userId="254b82ce-963d-49c0-b7e7-807cf35cec29" providerId="ADAL" clId="{FB04BD5B-9796-462B-8230-FBE81369452C}" dt="2026-08-20T18:51:44.376" v="73" actId="22"/>
        <pc:sldMkLst>
          <pc:docMk/>
          <pc:sldMk cId="0" sldId="261"/>
        </pc:sldMkLst>
        <pc:picChg chg="add">
          <ac:chgData name="Luis Niel Matt | Btech.Cloud" userId="254b82ce-963d-49c0-b7e7-807cf35cec29" providerId="ADAL" clId="{FB04BD5B-9796-462B-8230-FBE81369452C}" dt="2026-08-20T18:51:44.376" v="73" actId="22"/>
          <ac:picMkLst>
            <pc:docMk/>
            <pc:sldMk cId="0" sldId="261"/>
            <ac:picMk id="6" creationId="{6D88D9BA-92C6-F7D2-9FE9-8F513D5ABE02}"/>
          </ac:picMkLst>
        </pc:picChg>
      </pc:sldChg>
      <pc:sldChg chg="addSp delSp mod">
        <pc:chgData name="Luis Niel Matt | Btech.Cloud" userId="254b82ce-963d-49c0-b7e7-807cf35cec29" providerId="ADAL" clId="{FB04BD5B-9796-462B-8230-FBE81369452C}" dt="2026-08-20T18:51:45.299" v="74" actId="22"/>
        <pc:sldMkLst>
          <pc:docMk/>
          <pc:sldMk cId="0" sldId="262"/>
        </pc:sldMkLst>
        <pc:picChg chg="add">
          <ac:chgData name="Luis Niel Matt | Btech.Cloud" userId="254b82ce-963d-49c0-b7e7-807cf35cec29" providerId="ADAL" clId="{FB04BD5B-9796-462B-8230-FBE81369452C}" dt="2026-08-20T18:51:45.299" v="74" actId="22"/>
          <ac:picMkLst>
            <pc:docMk/>
            <pc:sldMk cId="0" sldId="262"/>
            <ac:picMk id="6" creationId="{CD4AD54C-FA33-94B2-C889-A420A7EEA80E}"/>
          </ac:picMkLst>
        </pc:picChg>
      </pc:sldChg>
      <pc:sldChg chg="addSp delSp mod">
        <pc:chgData name="Luis Niel Matt | Btech.Cloud" userId="254b82ce-963d-49c0-b7e7-807cf35cec29" providerId="ADAL" clId="{FB04BD5B-9796-462B-8230-FBE81369452C}" dt="2026-08-20T18:51:46.133" v="75" actId="22"/>
        <pc:sldMkLst>
          <pc:docMk/>
          <pc:sldMk cId="0" sldId="263"/>
        </pc:sldMkLst>
        <pc:picChg chg="add">
          <ac:chgData name="Luis Niel Matt | Btech.Cloud" userId="254b82ce-963d-49c0-b7e7-807cf35cec29" providerId="ADAL" clId="{FB04BD5B-9796-462B-8230-FBE81369452C}" dt="2026-08-20T18:51:46.133" v="75" actId="22"/>
          <ac:picMkLst>
            <pc:docMk/>
            <pc:sldMk cId="0" sldId="263"/>
            <ac:picMk id="6" creationId="{056B711F-3B71-9468-723A-D6BD0960A1D2}"/>
          </ac:picMkLst>
        </pc:picChg>
      </pc:sldChg>
      <pc:sldChg chg="addSp delSp mod">
        <pc:chgData name="Luis Niel Matt | Btech.Cloud" userId="254b82ce-963d-49c0-b7e7-807cf35cec29" providerId="ADAL" clId="{FB04BD5B-9796-462B-8230-FBE81369452C}" dt="2026-08-20T18:51:47.121" v="76" actId="22"/>
        <pc:sldMkLst>
          <pc:docMk/>
          <pc:sldMk cId="0" sldId="264"/>
        </pc:sldMkLst>
        <pc:picChg chg="add">
          <ac:chgData name="Luis Niel Matt | Btech.Cloud" userId="254b82ce-963d-49c0-b7e7-807cf35cec29" providerId="ADAL" clId="{FB04BD5B-9796-462B-8230-FBE81369452C}" dt="2026-08-20T18:51:47.121" v="76" actId="22"/>
          <ac:picMkLst>
            <pc:docMk/>
            <pc:sldMk cId="0" sldId="264"/>
            <ac:picMk id="6" creationId="{DCA0276C-B043-8275-4EEB-02AE16A6AC46}"/>
          </ac:picMkLst>
        </pc:picChg>
      </pc:sldChg>
      <pc:sldChg chg="addSp delSp mod">
        <pc:chgData name="Luis Niel Matt | Btech.Cloud" userId="254b82ce-963d-49c0-b7e7-807cf35cec29" providerId="ADAL" clId="{FB04BD5B-9796-462B-8230-FBE81369452C}" dt="2026-08-20T18:51:48.134" v="77" actId="22"/>
        <pc:sldMkLst>
          <pc:docMk/>
          <pc:sldMk cId="0" sldId="265"/>
        </pc:sldMkLst>
        <pc:picChg chg="add">
          <ac:chgData name="Luis Niel Matt | Btech.Cloud" userId="254b82ce-963d-49c0-b7e7-807cf35cec29" providerId="ADAL" clId="{FB04BD5B-9796-462B-8230-FBE81369452C}" dt="2026-08-20T18:51:48.134" v="77" actId="22"/>
          <ac:picMkLst>
            <pc:docMk/>
            <pc:sldMk cId="0" sldId="265"/>
            <ac:picMk id="6" creationId="{D996E0EE-7D8A-C330-8A30-41F86D26B565}"/>
          </ac:picMkLst>
        </pc:picChg>
      </pc:sldChg>
      <pc:sldChg chg="addSp delSp modSp mod ord">
        <pc:chgData name="Luis Niel Matt | Btech.Cloud" userId="254b82ce-963d-49c0-b7e7-807cf35cec29" providerId="ADAL" clId="{FB04BD5B-9796-462B-8230-FBE81369452C}" dt="2026-08-25T12:48:04.229" v="119"/>
        <pc:sldMkLst>
          <pc:docMk/>
          <pc:sldMk cId="0" sldId="266"/>
        </pc:sldMkLst>
        <pc:picChg chg="add mod ord">
          <ac:chgData name="Luis Niel Matt | Btech.Cloud" userId="254b82ce-963d-49c0-b7e7-807cf35cec29" providerId="ADAL" clId="{FB04BD5B-9796-462B-8230-FBE81369452C}" dt="2026-08-21T12:15:13.179" v="113" actId="1035"/>
          <ac:picMkLst>
            <pc:docMk/>
            <pc:sldMk cId="0" sldId="266"/>
            <ac:picMk id="4" creationId="{4CDCE9CF-EED1-4DE9-E2C0-A6BFF5F37709}"/>
          </ac:picMkLst>
        </pc:picChg>
        <pc:picChg chg="add">
          <ac:chgData name="Luis Niel Matt | Btech.Cloud" userId="254b82ce-963d-49c0-b7e7-807cf35cec29" providerId="ADAL" clId="{FB04BD5B-9796-462B-8230-FBE81369452C}" dt="2026-08-20T18:51:49.282" v="78" actId="22"/>
          <ac:picMkLst>
            <pc:docMk/>
            <pc:sldMk cId="0" sldId="266"/>
            <ac:picMk id="6" creationId="{849D823E-77F0-4D8D-EE08-5696183718F3}"/>
          </ac:picMkLst>
        </pc:picChg>
        <pc:picChg chg="add mod">
          <ac:chgData name="Luis Niel Matt | Btech.Cloud" userId="254b82ce-963d-49c0-b7e7-807cf35cec29" providerId="ADAL" clId="{FB04BD5B-9796-462B-8230-FBE81369452C}" dt="2026-08-21T12:14:55.341" v="108" actId="1076"/>
          <ac:picMkLst>
            <pc:docMk/>
            <pc:sldMk cId="0" sldId="266"/>
            <ac:picMk id="7" creationId="{C92CB374-F21D-712B-E931-090B8125DDC0}"/>
          </ac:picMkLst>
        </pc:picChg>
      </pc:sldChg>
      <pc:sldChg chg="addSp delSp mod ord">
        <pc:chgData name="Luis Niel Matt | Btech.Cloud" userId="254b82ce-963d-49c0-b7e7-807cf35cec29" providerId="ADAL" clId="{FB04BD5B-9796-462B-8230-FBE81369452C}" dt="2026-08-25T12:48:14.553" v="123"/>
        <pc:sldMkLst>
          <pc:docMk/>
          <pc:sldMk cId="0" sldId="267"/>
        </pc:sldMkLst>
        <pc:picChg chg="add">
          <ac:chgData name="Luis Niel Matt | Btech.Cloud" userId="254b82ce-963d-49c0-b7e7-807cf35cec29" providerId="ADAL" clId="{FB04BD5B-9796-462B-8230-FBE81369452C}" dt="2026-08-20T18:51:50.271" v="79" actId="22"/>
          <ac:picMkLst>
            <pc:docMk/>
            <pc:sldMk cId="0" sldId="267"/>
            <ac:picMk id="6" creationId="{A50C6478-065B-F730-3112-6110CA11B75C}"/>
          </ac:picMkLst>
        </pc:picChg>
      </pc:sldChg>
      <pc:sldChg chg="addSp delSp modSp mod">
        <pc:chgData name="Luis Niel Matt | Btech.Cloud" userId="254b82ce-963d-49c0-b7e7-807cf35cec29" providerId="ADAL" clId="{FB04BD5B-9796-462B-8230-FBE81369452C}" dt="2026-08-25T13:24:05.273" v="145" actId="14100"/>
        <pc:sldMkLst>
          <pc:docMk/>
          <pc:sldMk cId="0" sldId="268"/>
        </pc:sldMkLst>
        <pc:picChg chg="mod modCrop">
          <ac:chgData name="Luis Niel Matt | Btech.Cloud" userId="254b82ce-963d-49c0-b7e7-807cf35cec29" providerId="ADAL" clId="{FB04BD5B-9796-462B-8230-FBE81369452C}" dt="2026-08-20T18:53:13.419" v="82" actId="34807"/>
          <ac:picMkLst>
            <pc:docMk/>
            <pc:sldMk cId="0" sldId="268"/>
            <ac:picMk id="2" creationId="{00000000-0000-0000-0000-000000000000}"/>
          </ac:picMkLst>
        </pc:picChg>
        <pc:picChg chg="add mod">
          <ac:chgData name="Luis Niel Matt | Btech.Cloud" userId="254b82ce-963d-49c0-b7e7-807cf35cec29" providerId="ADAL" clId="{FB04BD5B-9796-462B-8230-FBE81369452C}" dt="2026-08-25T13:24:05.273" v="145" actId="14100"/>
          <ac:picMkLst>
            <pc:docMk/>
            <pc:sldMk cId="0" sldId="268"/>
            <ac:picMk id="4" creationId="{AF049900-5750-BDB6-54BE-A27412E0677D}"/>
          </ac:picMkLst>
        </pc:picChg>
      </pc:sldChg>
      <pc:sldChg chg="addSp delSp modSp new mod setBg">
        <pc:chgData name="Luis Niel Matt | Btech.Cloud" userId="254b82ce-963d-49c0-b7e7-807cf35cec29" providerId="ADAL" clId="{FB04BD5B-9796-462B-8230-FBE81369452C}" dt="2026-08-21T12:02:37.473" v="100" actId="26606"/>
        <pc:sldMkLst>
          <pc:docMk/>
          <pc:sldMk cId="1062009612" sldId="269"/>
        </pc:sldMkLst>
        <pc:spChg chg="add">
          <ac:chgData name="Luis Niel Matt | Btech.Cloud" userId="254b82ce-963d-49c0-b7e7-807cf35cec29" providerId="ADAL" clId="{FB04BD5B-9796-462B-8230-FBE81369452C}" dt="2026-08-21T12:02:37.473" v="100" actId="26606"/>
          <ac:spMkLst>
            <pc:docMk/>
            <pc:sldMk cId="1062009612" sldId="269"/>
            <ac:spMk id="22" creationId="{AB8C311F-7253-4AED-9701-7FC0708C41C7}"/>
          </ac:spMkLst>
        </pc:spChg>
        <pc:spChg chg="add">
          <ac:chgData name="Luis Niel Matt | Btech.Cloud" userId="254b82ce-963d-49c0-b7e7-807cf35cec29" providerId="ADAL" clId="{FB04BD5B-9796-462B-8230-FBE81369452C}" dt="2026-08-21T12:02:37.473" v="100" actId="26606"/>
          <ac:spMkLst>
            <pc:docMk/>
            <pc:sldMk cId="1062009612" sldId="269"/>
            <ac:spMk id="23" creationId="{E2384209-CB15-4CDF-9D31-C44FD9A3F20D}"/>
          </ac:spMkLst>
        </pc:spChg>
        <pc:spChg chg="add">
          <ac:chgData name="Luis Niel Matt | Btech.Cloud" userId="254b82ce-963d-49c0-b7e7-807cf35cec29" providerId="ADAL" clId="{FB04BD5B-9796-462B-8230-FBE81369452C}" dt="2026-08-21T12:02:37.473" v="100" actId="26606"/>
          <ac:spMkLst>
            <pc:docMk/>
            <pc:sldMk cId="1062009612" sldId="269"/>
            <ac:spMk id="24" creationId="{2633B3B5-CC90-43F0-8714-D31D1F3F0209}"/>
          </ac:spMkLst>
        </pc:spChg>
        <pc:spChg chg="add">
          <ac:chgData name="Luis Niel Matt | Btech.Cloud" userId="254b82ce-963d-49c0-b7e7-807cf35cec29" providerId="ADAL" clId="{FB04BD5B-9796-462B-8230-FBE81369452C}" dt="2026-08-21T12:02:37.473" v="100" actId="26606"/>
          <ac:spMkLst>
            <pc:docMk/>
            <pc:sldMk cId="1062009612" sldId="269"/>
            <ac:spMk id="25" creationId="{A8D57A06-A426-446D-B02C-A2DC6B62E45E}"/>
          </ac:spMkLst>
        </pc:spChg>
        <pc:picChg chg="add mod">
          <ac:chgData name="Luis Niel Matt | Btech.Cloud" userId="254b82ce-963d-49c0-b7e7-807cf35cec29" providerId="ADAL" clId="{FB04BD5B-9796-462B-8230-FBE81369452C}" dt="2026-08-21T12:02:37.473" v="100" actId="26606"/>
          <ac:picMkLst>
            <pc:docMk/>
            <pc:sldMk cId="1062009612" sldId="269"/>
            <ac:picMk id="3" creationId="{5797942B-ED36-E3C9-F11A-27EC3C4F8794}"/>
          </ac:picMkLst>
        </pc:picChg>
      </pc:sldChg>
      <pc:sldChg chg="modSp mod">
        <pc:chgData name="Luis Niel Matt | Btech.Cloud" userId="254b82ce-963d-49c0-b7e7-807cf35cec29" providerId="ADAL" clId="{FB04BD5B-9796-462B-8230-FBE81369452C}" dt="2026-08-25T12:44:06.716" v="117" actId="20577"/>
        <pc:sldMkLst>
          <pc:docMk/>
          <pc:sldMk cId="0" sldId="270"/>
        </pc:sldMkLst>
        <pc:spChg chg="mod">
          <ac:chgData name="Luis Niel Matt | Btech.Cloud" userId="254b82ce-963d-49c0-b7e7-807cf35cec29" providerId="ADAL" clId="{FB04BD5B-9796-462B-8230-FBE81369452C}" dt="2026-08-25T12:44:06.716" v="117" actId="20577"/>
          <ac:spMkLst>
            <pc:docMk/>
            <pc:sldMk cId="0" sldId="270"/>
            <ac:spMk id="16" creationId="{00000000-0000-0000-0000-000000000000}"/>
          </ac:spMkLst>
        </pc:spChg>
      </pc:sldChg>
      <pc:sldChg chg="delSp modSp mod ord">
        <pc:chgData name="Luis Niel Matt | Btech.Cloud" userId="254b82ce-963d-49c0-b7e7-807cf35cec29" providerId="ADAL" clId="{FB04BD5B-9796-462B-8230-FBE81369452C}" dt="2026-08-25T12:55:21.913" v="138" actId="20577"/>
        <pc:sldMkLst>
          <pc:docMk/>
          <pc:sldMk cId="0" sldId="271"/>
        </pc:sldMkLst>
        <pc:spChg chg="mod">
          <ac:chgData name="Luis Niel Matt | Btech.Cloud" userId="254b82ce-963d-49c0-b7e7-807cf35cec29" providerId="ADAL" clId="{FB04BD5B-9796-462B-8230-FBE81369452C}" dt="2026-08-25T12:49:11.197" v="124" actId="20577"/>
          <ac:spMkLst>
            <pc:docMk/>
            <pc:sldMk cId="0" sldId="271"/>
            <ac:spMk id="3" creationId="{00000000-0000-0000-0000-000000000000}"/>
          </ac:spMkLst>
        </pc:spChg>
        <pc:spChg chg="mod">
          <ac:chgData name="Luis Niel Matt | Btech.Cloud" userId="254b82ce-963d-49c0-b7e7-807cf35cec29" providerId="ADAL" clId="{FB04BD5B-9796-462B-8230-FBE81369452C}" dt="2026-08-25T12:55:18.069" v="136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Luis Niel Matt | Btech.Cloud" userId="254b82ce-963d-49c0-b7e7-807cf35cec29" providerId="ADAL" clId="{FB04BD5B-9796-462B-8230-FBE81369452C}" dt="2026-08-25T12:55:18.069" v="136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Luis Niel Matt | Btech.Cloud" userId="254b82ce-963d-49c0-b7e7-807cf35cec29" providerId="ADAL" clId="{FB04BD5B-9796-462B-8230-FBE81369452C}" dt="2026-08-25T12:55:18.069" v="136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Luis Niel Matt | Btech.Cloud" userId="254b82ce-963d-49c0-b7e7-807cf35cec29" providerId="ADAL" clId="{FB04BD5B-9796-462B-8230-FBE81369452C}" dt="2026-08-25T12:55:18.069" v="136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Luis Niel Matt | Btech.Cloud" userId="254b82ce-963d-49c0-b7e7-807cf35cec29" providerId="ADAL" clId="{FB04BD5B-9796-462B-8230-FBE81369452C}" dt="2026-08-25T12:55:18.069" v="136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Luis Niel Matt | Btech.Cloud" userId="254b82ce-963d-49c0-b7e7-807cf35cec29" providerId="ADAL" clId="{FB04BD5B-9796-462B-8230-FBE81369452C}" dt="2026-08-25T12:55:18.069" v="136" actId="1076"/>
          <ac:spMkLst>
            <pc:docMk/>
            <pc:sldMk cId="0" sldId="271"/>
            <ac:spMk id="14" creationId="{00000000-0000-0000-0000-000000000000}"/>
          </ac:spMkLst>
        </pc:spChg>
        <pc:spChg chg="del">
          <ac:chgData name="Luis Niel Matt | Btech.Cloud" userId="254b82ce-963d-49c0-b7e7-807cf35cec29" providerId="ADAL" clId="{FB04BD5B-9796-462B-8230-FBE81369452C}" dt="2026-08-25T12:54:50.685" v="133" actId="478"/>
          <ac:spMkLst>
            <pc:docMk/>
            <pc:sldMk cId="0" sldId="271"/>
            <ac:spMk id="17" creationId="{00000000-0000-0000-0000-000000000000}"/>
          </ac:spMkLst>
        </pc:spChg>
        <pc:spChg chg="del">
          <ac:chgData name="Luis Niel Matt | Btech.Cloud" userId="254b82ce-963d-49c0-b7e7-807cf35cec29" providerId="ADAL" clId="{FB04BD5B-9796-462B-8230-FBE81369452C}" dt="2026-08-25T12:54:52.926" v="134" actId="478"/>
          <ac:spMkLst>
            <pc:docMk/>
            <pc:sldMk cId="0" sldId="271"/>
            <ac:spMk id="18" creationId="{00000000-0000-0000-0000-000000000000}"/>
          </ac:spMkLst>
        </pc:spChg>
        <pc:spChg chg="del">
          <ac:chgData name="Luis Niel Matt | Btech.Cloud" userId="254b82ce-963d-49c0-b7e7-807cf35cec29" providerId="ADAL" clId="{FB04BD5B-9796-462B-8230-FBE81369452C}" dt="2026-08-25T12:54:50.685" v="133" actId="478"/>
          <ac:spMkLst>
            <pc:docMk/>
            <pc:sldMk cId="0" sldId="271"/>
            <ac:spMk id="20" creationId="{00000000-0000-0000-0000-000000000000}"/>
          </ac:spMkLst>
        </pc:spChg>
        <pc:spChg chg="del">
          <ac:chgData name="Luis Niel Matt | Btech.Cloud" userId="254b82ce-963d-49c0-b7e7-807cf35cec29" providerId="ADAL" clId="{FB04BD5B-9796-462B-8230-FBE81369452C}" dt="2026-08-25T12:54:50.685" v="133" actId="478"/>
          <ac:spMkLst>
            <pc:docMk/>
            <pc:sldMk cId="0" sldId="271"/>
            <ac:spMk id="21" creationId="{00000000-0000-0000-0000-000000000000}"/>
          </ac:spMkLst>
        </pc:spChg>
        <pc:spChg chg="del">
          <ac:chgData name="Luis Niel Matt | Btech.Cloud" userId="254b82ce-963d-49c0-b7e7-807cf35cec29" providerId="ADAL" clId="{FB04BD5B-9796-462B-8230-FBE81369452C}" dt="2026-08-25T12:54:50.685" v="133" actId="478"/>
          <ac:spMkLst>
            <pc:docMk/>
            <pc:sldMk cId="0" sldId="271"/>
            <ac:spMk id="22" creationId="{00000000-0000-0000-0000-000000000000}"/>
          </ac:spMkLst>
        </pc:spChg>
        <pc:spChg chg="mod">
          <ac:chgData name="Luis Niel Matt | Btech.Cloud" userId="254b82ce-963d-49c0-b7e7-807cf35cec29" providerId="ADAL" clId="{FB04BD5B-9796-462B-8230-FBE81369452C}" dt="2026-08-25T12:55:18.069" v="136" actId="1076"/>
          <ac:spMkLst>
            <pc:docMk/>
            <pc:sldMk cId="0" sldId="271"/>
            <ac:spMk id="23" creationId="{00000000-0000-0000-0000-000000000000}"/>
          </ac:spMkLst>
        </pc:spChg>
        <pc:spChg chg="mod">
          <ac:chgData name="Luis Niel Matt | Btech.Cloud" userId="254b82ce-963d-49c0-b7e7-807cf35cec29" providerId="ADAL" clId="{FB04BD5B-9796-462B-8230-FBE81369452C}" dt="2026-08-25T12:55:05.959" v="135" actId="1076"/>
          <ac:spMkLst>
            <pc:docMk/>
            <pc:sldMk cId="0" sldId="271"/>
            <ac:spMk id="24" creationId="{00000000-0000-0000-0000-000000000000}"/>
          </ac:spMkLst>
        </pc:spChg>
        <pc:spChg chg="mod">
          <ac:chgData name="Luis Niel Matt | Btech.Cloud" userId="254b82ce-963d-49c0-b7e7-807cf35cec29" providerId="ADAL" clId="{FB04BD5B-9796-462B-8230-FBE81369452C}" dt="2026-08-25T12:55:21.913" v="138" actId="20577"/>
          <ac:spMkLst>
            <pc:docMk/>
            <pc:sldMk cId="0" sldId="271"/>
            <ac:spMk id="26" creationId="{00000000-0000-0000-0000-000000000000}"/>
          </ac:spMkLst>
        </pc:spChg>
        <pc:spChg chg="mod">
          <ac:chgData name="Luis Niel Matt | Btech.Cloud" userId="254b82ce-963d-49c0-b7e7-807cf35cec29" providerId="ADAL" clId="{FB04BD5B-9796-462B-8230-FBE81369452C}" dt="2026-08-25T12:55:18.069" v="136" actId="1076"/>
          <ac:spMkLst>
            <pc:docMk/>
            <pc:sldMk cId="0" sldId="271"/>
            <ac:spMk id="27" creationId="{00000000-0000-0000-0000-000000000000}"/>
          </ac:spMkLst>
        </pc:spChg>
        <pc:spChg chg="mod">
          <ac:chgData name="Luis Niel Matt | Btech.Cloud" userId="254b82ce-963d-49c0-b7e7-807cf35cec29" providerId="ADAL" clId="{FB04BD5B-9796-462B-8230-FBE81369452C}" dt="2026-08-25T12:55:18.069" v="136" actId="1076"/>
          <ac:spMkLst>
            <pc:docMk/>
            <pc:sldMk cId="0" sldId="271"/>
            <ac:spMk id="28" creationId="{00000000-0000-0000-0000-000000000000}"/>
          </ac:spMkLst>
        </pc:spChg>
        <pc:picChg chg="del">
          <ac:chgData name="Luis Niel Matt | Btech.Cloud" userId="254b82ce-963d-49c0-b7e7-807cf35cec29" providerId="ADAL" clId="{FB04BD5B-9796-462B-8230-FBE81369452C}" dt="2026-08-25T12:54:50.685" v="133" actId="478"/>
          <ac:picMkLst>
            <pc:docMk/>
            <pc:sldMk cId="0" sldId="271"/>
            <ac:picMk id="19" creationId="{00000000-0000-0000-0000-000000000000}"/>
          </ac:picMkLst>
        </pc:picChg>
        <pc:picChg chg="mod">
          <ac:chgData name="Luis Niel Matt | Btech.Cloud" userId="254b82ce-963d-49c0-b7e7-807cf35cec29" providerId="ADAL" clId="{FB04BD5B-9796-462B-8230-FBE81369452C}" dt="2026-08-25T12:55:05.959" v="135" actId="1076"/>
          <ac:picMkLst>
            <pc:docMk/>
            <pc:sldMk cId="0" sldId="271"/>
            <ac:picMk id="25" creationId="{00000000-0000-0000-0000-000000000000}"/>
          </ac:picMkLst>
        </pc:picChg>
      </pc:sldChg>
      <pc:sldChg chg="modSp mod ord">
        <pc:chgData name="Luis Niel Matt | Btech.Cloud" userId="254b82ce-963d-49c0-b7e7-807cf35cec29" providerId="ADAL" clId="{FB04BD5B-9796-462B-8230-FBE81369452C}" dt="2026-08-25T12:50:07.403" v="132"/>
        <pc:sldMkLst>
          <pc:docMk/>
          <pc:sldMk cId="0" sldId="272"/>
        </pc:sldMkLst>
        <pc:spChg chg="mod">
          <ac:chgData name="Luis Niel Matt | Btech.Cloud" userId="254b82ce-963d-49c0-b7e7-807cf35cec29" providerId="ADAL" clId="{FB04BD5B-9796-462B-8230-FBE81369452C}" dt="2026-08-25T12:49:29.263" v="128" actId="20577"/>
          <ac:spMkLst>
            <pc:docMk/>
            <pc:sldMk cId="0" sldId="272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0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0_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rgbClr val="EE7B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2F4C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Consultas</c:v>
                </c:pt>
                <c:pt idx="1">
                  <c:v>Banho &amp; Tosa</c:v>
                </c:pt>
                <c:pt idx="2">
                  <c:v>Exames</c:v>
                </c:pt>
                <c:pt idx="3">
                  <c:v>Vacinas</c:v>
                </c:pt>
                <c:pt idx="4">
                  <c:v>Internação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128</c:v>
                </c:pt>
                <c:pt idx="1">
                  <c:v>96</c:v>
                </c:pt>
                <c:pt idx="2">
                  <c:v>74</c:v>
                </c:pt>
                <c:pt idx="3">
                  <c:v>61</c:v>
                </c:pt>
                <c:pt idx="4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49-47EA-AB21-D31AEDF104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Atendimento</c:v>
                </c:pt>
              </c:strCache>
            </c:strRef>
          </c:tx>
          <c:spPr>
            <a:solidFill>
              <a:srgbClr val="0E3A5C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122-4F8C-917C-CCB338082A7C}"/>
              </c:ext>
            </c:extLst>
          </c:dPt>
          <c:dPt>
            <c:idx val="1"/>
            <c:bubble3D val="0"/>
            <c:spPr>
              <a:solidFill>
                <a:srgbClr val="EE7B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122-4F8C-917C-CCB338082A7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122-4F8C-917C-CCB338082A7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122-4F8C-917C-CCB338082A7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Zona da IA</c:v>
                </c:pt>
                <c:pt idx="1">
                  <c:v>Zona Humana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122-4F8C-917C-CCB338082A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B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5.png"/><Relationship Id="rId7" Type="http://schemas.openxmlformats.org/officeDocument/2006/relationships/chart" Target="../charts/chart2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11B0C1A-2107-EB7A-B51F-D988C80E1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0" y="8686800"/>
            <a:ext cx="1183215" cy="4190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321C73D-CBF1-9AC2-F535-EA830CECD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5781" y="7033261"/>
            <a:ext cx="287694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F1A9F75-B795-9608-2135-77F91391E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746" y="628650"/>
            <a:ext cx="336654" cy="4191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AF00945-F515-543A-B6C9-B3F57CE2D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0" y="8686800"/>
            <a:ext cx="1183215" cy="4190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4D777AE-B161-BE51-7433-2E64A38D60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0" y="8686800"/>
            <a:ext cx="1183215" cy="4190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446BD03-FA9F-C3C1-AFF5-F64016F51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0" y="8686800"/>
            <a:ext cx="1183215" cy="4190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C600744-C7AC-902F-D374-F6237026F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0" y="8686800"/>
            <a:ext cx="1183215" cy="4190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D88D9BA-92C6-F7D2-9FE9-8F513D5AB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0" y="8686800"/>
            <a:ext cx="1183215" cy="4190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D4AD54C-FA33-94B2-C889-A420A7EEA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0" y="8686800"/>
            <a:ext cx="1183215" cy="4190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56B711F-3B71-9468-723A-D6BD0960A1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0" y="8686800"/>
            <a:ext cx="1183215" cy="4190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555489" y="-3554917"/>
            <a:ext cx="9144000" cy="1625497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081" y="0"/>
            <a:ext cx="12094461" cy="914342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865988" y="-2247787"/>
            <a:ext cx="6526085" cy="1625806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797942B-ED36-E3C9-F11A-27EC3C4F8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09600"/>
            <a:ext cx="7924800" cy="79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09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CA0276C-B043-8275-4EEB-02AE16A6A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0" y="8686800"/>
            <a:ext cx="1183215" cy="4190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996E0EE-7D8A-C330-8A30-41F86D26B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0" y="8686800"/>
            <a:ext cx="1183215" cy="4190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EE7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PARA O GO-LIVE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481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Capacitação da Equipe: Recepção e Comercial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1408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go-live de 1º de Setembro, recepção e comercial passam por um treinamento prático para atuar lado a lado com a IA desde o primeiro dia.</a:t>
            </a:r>
            <a:endParaRPr lang="en-US" sz="155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7167880" cy="5074920"/>
          </a:xfrm>
          <a:prstGeom prst="roundRect">
            <a:avLst>
              <a:gd name="adj" fmla="val 2162"/>
            </a:avLst>
          </a:prstGeom>
          <a:solidFill>
            <a:srgbClr val="F2F4F6"/>
          </a:solidFill>
          <a:ln/>
          <a:effectLst>
            <a:outerShdw blurRad="127000" dist="38100" dir="5400000" algn="bl" rotWithShape="0">
              <a:srgbClr val="1A253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097280" y="2715768"/>
            <a:ext cx="777240" cy="777240"/>
          </a:xfrm>
          <a:prstGeom prst="ellipse">
            <a:avLst/>
          </a:prstGeom>
          <a:solidFill>
            <a:srgbClr val="EE7B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tmp/nouvet_work/icons/head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44" y="288493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715768"/>
            <a:ext cx="543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>
                <a:solidFill>
                  <a:srgbClr val="0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Recepção</a:t>
            </a:r>
            <a:endParaRPr lang="en-US" sz="2300"/>
          </a:p>
        </p:txBody>
      </p:sp>
      <p:sp>
        <p:nvSpPr>
          <p:cNvPr id="9" name="Text 6"/>
          <p:cNvSpPr/>
          <p:nvPr/>
        </p:nvSpPr>
        <p:spPr>
          <a:xfrm>
            <a:off x="2057400" y="3154680"/>
            <a:ext cx="543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frente do atendimento no WhatsApp</a:t>
            </a:r>
            <a:endParaRPr lang="en-US" sz="1250"/>
          </a:p>
        </p:txBody>
      </p:sp>
      <p:sp>
        <p:nvSpPr>
          <p:cNvPr id="10" name="Text 7"/>
          <p:cNvSpPr/>
          <p:nvPr/>
        </p:nvSpPr>
        <p:spPr>
          <a:xfrm>
            <a:off x="1097280" y="3749040"/>
            <a:ext cx="6344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a triagem por IA e o que ela decide sozinha</a:t>
            </a:r>
            <a:endParaRPr lang="en-US" sz="1400"/>
          </a:p>
          <a:p>
            <a:pPr marL="228600" indent="-228600">
              <a:lnSpc>
                <a:spcPct val="118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assumir uma conversa sinalizada para atendimento humano</a:t>
            </a:r>
            <a:endParaRPr lang="en-US" sz="1400"/>
          </a:p>
          <a:p>
            <a:pPr marL="228600" indent="-228600">
              <a:lnSpc>
                <a:spcPct val="118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consultar o histórico do tutor e do pet, já atualizado no CRM</a:t>
            </a:r>
            <a:endParaRPr lang="en-US" sz="1400"/>
          </a:p>
          <a:p>
            <a:pPr marL="228600" indent="-228600">
              <a:lnSpc>
                <a:spcPct val="118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escalonamento: o que fazer diante de um "sinal de alerta"</a:t>
            </a:r>
            <a:endParaRPr lang="en-US" sz="1400"/>
          </a:p>
        </p:txBody>
      </p:sp>
      <p:sp>
        <p:nvSpPr>
          <p:cNvPr id="11" name="Shape 8"/>
          <p:cNvSpPr/>
          <p:nvPr/>
        </p:nvSpPr>
        <p:spPr>
          <a:xfrm>
            <a:off x="8402320" y="2331720"/>
            <a:ext cx="7167880" cy="5074920"/>
          </a:xfrm>
          <a:prstGeom prst="roundRect">
            <a:avLst>
              <a:gd name="adj" fmla="val 2162"/>
            </a:avLst>
          </a:prstGeom>
          <a:solidFill>
            <a:srgbClr val="F2F4F6"/>
          </a:solidFill>
          <a:ln/>
          <a:effectLst>
            <a:outerShdw blurRad="127000" dist="38100" dir="5400000" algn="bl" rotWithShape="0">
              <a:srgbClr val="1A253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8813800" y="2715768"/>
            <a:ext cx="777240" cy="777240"/>
          </a:xfrm>
          <a:prstGeom prst="ellipse">
            <a:avLst/>
          </a:prstGeom>
          <a:solidFill>
            <a:srgbClr val="EE7B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/tmp/nouvet_work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964" y="2884932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773920" y="2715768"/>
            <a:ext cx="543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>
                <a:solidFill>
                  <a:srgbClr val="0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Comercial</a:t>
            </a:r>
            <a:endParaRPr lang="en-US" sz="2300"/>
          </a:p>
        </p:txBody>
      </p:sp>
      <p:sp>
        <p:nvSpPr>
          <p:cNvPr id="15" name="Text 11"/>
          <p:cNvSpPr/>
          <p:nvPr/>
        </p:nvSpPr>
        <p:spPr>
          <a:xfrm>
            <a:off x="9773920" y="3154680"/>
            <a:ext cx="543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orçamentos e conversão</a:t>
            </a:r>
            <a:endParaRPr lang="en-US" sz="1250"/>
          </a:p>
        </p:txBody>
      </p:sp>
      <p:sp>
        <p:nvSpPr>
          <p:cNvPr id="16" name="Text 12"/>
          <p:cNvSpPr/>
          <p:nvPr/>
        </p:nvSpPr>
        <p:spPr>
          <a:xfrm>
            <a:off x="8813800" y="3749040"/>
            <a:ext cx="6344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funcionam os orçamentos automáticos e as réguas de remarketing</a:t>
            </a:r>
            <a:endParaRPr lang="en-US" sz="1400"/>
          </a:p>
          <a:p>
            <a:pPr marL="228600" indent="-228600">
              <a:lnSpc>
                <a:spcPct val="118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revisar e priorizar os leads qualificados pela IA antes do </a:t>
            </a:r>
            <a:r>
              <a:rPr lang="en-US" sz="140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40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8000"/>
              </a:lnSpc>
              <a:spcAft>
                <a:spcPts val="1600"/>
              </a:spcAft>
              <a:buSzPct val="100000"/>
              <a:buChar char="●"/>
            </a:pPr>
            <a:r>
              <a:rPr lang="en-US" sz="14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</a:t>
            </a:r>
            <a:r>
              <a:rPr lang="en-US" sz="140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r>
              <a:rPr lang="en-US" sz="14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gatilhos</a:t>
            </a:r>
            <a:r>
              <a:rPr lang="en-US" sz="14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</a:t>
            </a:r>
            <a:endParaRPr lang="en-US" sz="1400"/>
          </a:p>
        </p:txBody>
      </p:sp>
      <p:sp>
        <p:nvSpPr>
          <p:cNvPr id="17" name="Shape 13"/>
          <p:cNvSpPr/>
          <p:nvPr/>
        </p:nvSpPr>
        <p:spPr>
          <a:xfrm>
            <a:off x="685800" y="7726680"/>
            <a:ext cx="14884400" cy="777240"/>
          </a:xfrm>
          <a:prstGeom prst="roundRect">
            <a:avLst>
              <a:gd name="adj" fmla="val 11765"/>
            </a:avLst>
          </a:prstGeom>
          <a:solidFill>
            <a:srgbClr val="0E3A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1051560" y="7726680"/>
            <a:ext cx="1415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sessão prática ao vivo + manual de consulta rápida — durante a Fase 1 (Diagnóstico), com a equipe pronta para o go-live de 1º de Setembro.</a:t>
            </a:r>
            <a:endParaRPr lang="en-US" sz="1450"/>
          </a:p>
        </p:txBody>
      </p:sp>
      <p:pic>
        <p:nvPicPr>
          <p:cNvPr id="19" name="Image 2" descr="/tmp/nouvet_work/media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90489" y="8624317"/>
            <a:ext cx="1183215" cy="4190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49D823E-77F0-4D8D-EE08-569618371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0" y="8686800"/>
            <a:ext cx="1183215" cy="4190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92CB374-F21D-712B-E931-090B8125D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6587" y="4030909"/>
            <a:ext cx="1704975" cy="3905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CDCE9CF-EED1-4DE9-E2C0-A6BFF5F37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1872" y="4030910"/>
            <a:ext cx="3229761" cy="4404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50C6478-065B-F730-3112-6110CA11B7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0" y="8686800"/>
            <a:ext cx="1183215" cy="4190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EE7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FUTURO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481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Agentes de IA para o Nouvet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1408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RD Station Conversas é o primeiro módulo. A mesma infraestrutura de IA validada neste projeto pode se expandir para outras frentes da operação.</a:t>
            </a:r>
            <a:endParaRPr lang="en-US" sz="1550"/>
          </a:p>
        </p:txBody>
      </p:sp>
      <p:sp>
        <p:nvSpPr>
          <p:cNvPr id="5" name="Shape 3"/>
          <p:cNvSpPr/>
          <p:nvPr/>
        </p:nvSpPr>
        <p:spPr>
          <a:xfrm>
            <a:off x="1051560" y="2331720"/>
            <a:ext cx="3481070" cy="5074920"/>
          </a:xfrm>
          <a:prstGeom prst="roundRect">
            <a:avLst>
              <a:gd name="adj" fmla="val 3152"/>
            </a:avLst>
          </a:prstGeom>
          <a:solidFill>
            <a:srgbClr val="F2F4F6"/>
          </a:solidFill>
          <a:ln/>
          <a:effectLst>
            <a:outerShdw blurRad="127000" dist="38100" dir="5400000" algn="bl" rotWithShape="0">
              <a:srgbClr val="1A253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371600" y="2697480"/>
            <a:ext cx="777240" cy="777240"/>
          </a:xfrm>
          <a:prstGeom prst="ellipse">
            <a:avLst/>
          </a:prstGeom>
          <a:solidFill>
            <a:srgbClr val="EE7B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tmp/nouvet_work/icons/bullho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908" y="28757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703320"/>
            <a:ext cx="2840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50">
                <a:solidFill>
                  <a:srgbClr val="EE7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1 · MARKETING</a:t>
            </a:r>
            <a:endParaRPr lang="en-US" sz="950"/>
          </a:p>
        </p:txBody>
      </p:sp>
      <p:sp>
        <p:nvSpPr>
          <p:cNvPr id="9" name="Text 6"/>
          <p:cNvSpPr/>
          <p:nvPr/>
        </p:nvSpPr>
        <p:spPr>
          <a:xfrm>
            <a:off x="1371600" y="4114800"/>
            <a:ext cx="28409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>
                <a:solidFill>
                  <a:srgbClr val="0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de Social Selling</a:t>
            </a:r>
            <a:endParaRPr lang="en-US" sz="1650"/>
          </a:p>
        </p:txBody>
      </p:sp>
      <p:sp>
        <p:nvSpPr>
          <p:cNvPr id="10" name="Text 7"/>
          <p:cNvSpPr/>
          <p:nvPr/>
        </p:nvSpPr>
        <p:spPr>
          <a:xfrm>
            <a:off x="1371600" y="5029200"/>
            <a:ext cx="28409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interesse espontâneo nas redes sociais — comentários, curtidas e DMs — e conduz a conversa até o agendamento.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4852670" y="2331720"/>
            <a:ext cx="3481070" cy="5074920"/>
          </a:xfrm>
          <a:prstGeom prst="roundRect">
            <a:avLst>
              <a:gd name="adj" fmla="val 3152"/>
            </a:avLst>
          </a:prstGeom>
          <a:solidFill>
            <a:srgbClr val="F2F4F6"/>
          </a:solidFill>
          <a:ln/>
          <a:effectLst>
            <a:outerShdw blurRad="127000" dist="38100" dir="5400000" algn="bl" rotWithShape="0">
              <a:srgbClr val="1A253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5172710" y="2697480"/>
            <a:ext cx="777240" cy="777240"/>
          </a:xfrm>
          <a:prstGeom prst="ellipse">
            <a:avLst/>
          </a:prstGeom>
          <a:solidFill>
            <a:srgbClr val="EE7B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/tmp/nouvet_work/icons/userm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018" y="287578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72710" y="3703320"/>
            <a:ext cx="2840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50">
                <a:solidFill>
                  <a:srgbClr val="EE7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2 · ATENDIMENTO CLÍNICO</a:t>
            </a:r>
            <a:endParaRPr lang="en-US" sz="950"/>
          </a:p>
        </p:txBody>
      </p:sp>
      <p:sp>
        <p:nvSpPr>
          <p:cNvPr id="15" name="Text 11"/>
          <p:cNvSpPr/>
          <p:nvPr/>
        </p:nvSpPr>
        <p:spPr>
          <a:xfrm>
            <a:off x="5172710" y="4114800"/>
            <a:ext cx="28409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>
                <a:solidFill>
                  <a:srgbClr val="0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Pessoal do Especialista</a:t>
            </a:r>
            <a:endParaRPr lang="en-US" sz="1650"/>
          </a:p>
        </p:txBody>
      </p:sp>
      <p:sp>
        <p:nvSpPr>
          <p:cNvPr id="16" name="Text 12"/>
          <p:cNvSpPr/>
          <p:nvPr/>
        </p:nvSpPr>
        <p:spPr>
          <a:xfrm>
            <a:off x="5172710" y="5029200"/>
            <a:ext cx="28409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a agenda do veterinário, resume o histórico clínico do pet antes da consulta e dispara lembretes de retorno.</a:t>
            </a:r>
            <a:endParaRPr lang="en-US" sz="1200"/>
          </a:p>
        </p:txBody>
      </p:sp>
      <p:sp>
        <p:nvSpPr>
          <p:cNvPr id="23" name="Shape 18"/>
          <p:cNvSpPr/>
          <p:nvPr/>
        </p:nvSpPr>
        <p:spPr>
          <a:xfrm>
            <a:off x="8653780" y="2331720"/>
            <a:ext cx="3481070" cy="5074920"/>
          </a:xfrm>
          <a:prstGeom prst="roundRect">
            <a:avLst>
              <a:gd name="adj" fmla="val 3152"/>
            </a:avLst>
          </a:prstGeom>
          <a:solidFill>
            <a:srgbClr val="F2F4F6"/>
          </a:solidFill>
          <a:ln/>
          <a:effectLst>
            <a:outerShdw blurRad="127000" dist="38100" dir="5400000" algn="bl" rotWithShape="0">
              <a:srgbClr val="1A253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8973820" y="2697480"/>
            <a:ext cx="777240" cy="777240"/>
          </a:xfrm>
          <a:prstGeom prst="ellipse">
            <a:avLst/>
          </a:prstGeom>
          <a:solidFill>
            <a:srgbClr val="EE7B6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5" name="Image 3" descr="/tmp/nouvet_work/icons/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2128" y="2875788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73820" y="3703320"/>
            <a:ext cx="2840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50">
                <a:solidFill>
                  <a:srgbClr val="EE7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3 · GESTÃO</a:t>
            </a:r>
            <a:endParaRPr lang="en-US" sz="950"/>
          </a:p>
        </p:txBody>
      </p:sp>
      <p:sp>
        <p:nvSpPr>
          <p:cNvPr id="27" name="Text 21"/>
          <p:cNvSpPr/>
          <p:nvPr/>
        </p:nvSpPr>
        <p:spPr>
          <a:xfrm>
            <a:off x="8973820" y="4114800"/>
            <a:ext cx="28409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>
                <a:solidFill>
                  <a:srgbClr val="0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Interno para Gestores</a:t>
            </a:r>
            <a:endParaRPr lang="en-US" sz="1650"/>
          </a:p>
        </p:txBody>
      </p:sp>
      <p:sp>
        <p:nvSpPr>
          <p:cNvPr id="28" name="Text 22"/>
          <p:cNvSpPr/>
          <p:nvPr/>
        </p:nvSpPr>
        <p:spPr>
          <a:xfrm>
            <a:off x="8973820" y="5029200"/>
            <a:ext cx="284099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indicadores de todos os serviços e responde perguntas da diretoria sob demanda, com relatórios automáticos.</a:t>
            </a:r>
            <a:endParaRPr lang="en-US" sz="1200"/>
          </a:p>
        </p:txBody>
      </p:sp>
      <p:sp>
        <p:nvSpPr>
          <p:cNvPr id="29" name="Shape 23"/>
          <p:cNvSpPr/>
          <p:nvPr/>
        </p:nvSpPr>
        <p:spPr>
          <a:xfrm>
            <a:off x="685800" y="7726680"/>
            <a:ext cx="14884400" cy="777240"/>
          </a:xfrm>
          <a:prstGeom prst="roundRect">
            <a:avLst>
              <a:gd name="adj" fmla="val 11765"/>
            </a:avLst>
          </a:prstGeom>
          <a:solidFill>
            <a:srgbClr val="0E3A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4"/>
          <p:cNvSpPr/>
          <p:nvPr/>
        </p:nvSpPr>
        <p:spPr>
          <a:xfrm>
            <a:off x="1051560" y="7726680"/>
            <a:ext cx="1415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novo agente reaproveita a mesma camada de IA e as integrações já validadas neste piloto — expansão sem retrabalho de integração.</a:t>
            </a:r>
            <a:endParaRPr lang="en-US" sz="1450"/>
          </a:p>
        </p:txBody>
      </p:sp>
      <p:pic>
        <p:nvPicPr>
          <p:cNvPr id="31" name="Image 4" descr="/tmp/nouvet_work/media_extract/ppt/media/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0489" y="8624317"/>
            <a:ext cx="1183215" cy="4190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EE7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FUTURO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85800" y="804672"/>
            <a:ext cx="1481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Dashboard (BI) para Toda a Operação</a:t>
            </a:r>
            <a:endParaRPr lang="en-US" sz="3400"/>
          </a:p>
        </p:txBody>
      </p:sp>
      <p:sp>
        <p:nvSpPr>
          <p:cNvPr id="4" name="Text 2"/>
          <p:cNvSpPr/>
          <p:nvPr/>
        </p:nvSpPr>
        <p:spPr>
          <a:xfrm>
            <a:off x="685800" y="1536192"/>
            <a:ext cx="1408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a IA organiza o atendimento no WhatsApp, um painel único pode consolidar as métricas de todos os serviços da Nouvet em tempo real, para decisões mais rápidas da gestão.</a:t>
            </a:r>
            <a:endParaRPr lang="en-US" sz="1550"/>
          </a:p>
        </p:txBody>
      </p:sp>
      <p:sp>
        <p:nvSpPr>
          <p:cNvPr id="5" name="Shape 3"/>
          <p:cNvSpPr/>
          <p:nvPr/>
        </p:nvSpPr>
        <p:spPr>
          <a:xfrm>
            <a:off x="12827000" y="50292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BE2D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2827000" y="5029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>
                <a:solidFill>
                  <a:srgbClr val="0A2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ILUSTRATIVO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3446780" cy="1554480"/>
          </a:xfrm>
          <a:prstGeom prst="roundRect">
            <a:avLst>
              <a:gd name="adj" fmla="val 5882"/>
            </a:avLst>
          </a:prstGeom>
          <a:solidFill>
            <a:srgbClr val="F2F4F6"/>
          </a:solidFill>
          <a:ln/>
          <a:effectLst>
            <a:outerShdw blurRad="127000" dist="38100" dir="5400000" algn="bl" rotWithShape="0">
              <a:srgbClr val="1A253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60120" y="2542032"/>
            <a:ext cx="548640" cy="548640"/>
          </a:xfrm>
          <a:prstGeom prst="ellipse">
            <a:avLst/>
          </a:prstGeom>
          <a:solidFill>
            <a:srgbClr val="0E3A5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/tmp/nouvet_work/icons/com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660904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2450592"/>
            <a:ext cx="2258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>
                <a:solidFill>
                  <a:srgbClr val="0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348</a:t>
            </a:r>
            <a:endParaRPr lang="en-US" sz="2600"/>
          </a:p>
        </p:txBody>
      </p:sp>
      <p:sp>
        <p:nvSpPr>
          <p:cNvPr id="11" name="Text 8"/>
          <p:cNvSpPr/>
          <p:nvPr/>
        </p:nvSpPr>
        <p:spPr>
          <a:xfrm>
            <a:off x="960120" y="3200400"/>
            <a:ext cx="2943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Atendimentos no mês</a:t>
            </a:r>
            <a:endParaRPr lang="en-US" sz="1150"/>
          </a:p>
        </p:txBody>
      </p:sp>
      <p:sp>
        <p:nvSpPr>
          <p:cNvPr id="12" name="Shape 9"/>
          <p:cNvSpPr/>
          <p:nvPr/>
        </p:nvSpPr>
        <p:spPr>
          <a:xfrm>
            <a:off x="4498340" y="2286000"/>
            <a:ext cx="3446780" cy="1554480"/>
          </a:xfrm>
          <a:prstGeom prst="roundRect">
            <a:avLst>
              <a:gd name="adj" fmla="val 5882"/>
            </a:avLst>
          </a:prstGeom>
          <a:solidFill>
            <a:srgbClr val="F2F4F6"/>
          </a:solidFill>
          <a:ln/>
          <a:effectLst>
            <a:outerShdw blurRad="127000" dist="38100" dir="5400000" algn="bl" rotWithShape="0">
              <a:srgbClr val="1A253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772660" y="2542032"/>
            <a:ext cx="548640" cy="548640"/>
          </a:xfrm>
          <a:prstGeom prst="ellipse">
            <a:avLst/>
          </a:prstGeom>
          <a:solidFill>
            <a:srgbClr val="0E3A5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1" descr="/tmp/nouvet_work/icons/percen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532" y="2660904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58460" y="2450592"/>
            <a:ext cx="2258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>
                <a:solidFill>
                  <a:srgbClr val="0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2600"/>
          </a:p>
        </p:txBody>
      </p:sp>
      <p:sp>
        <p:nvSpPr>
          <p:cNvPr id="16" name="Text 12"/>
          <p:cNvSpPr/>
          <p:nvPr/>
        </p:nvSpPr>
        <p:spPr>
          <a:xfrm>
            <a:off x="4772660" y="3200400"/>
            <a:ext cx="2943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conversão em agendamento</a:t>
            </a:r>
            <a:endParaRPr lang="en-US" sz="1150"/>
          </a:p>
        </p:txBody>
      </p:sp>
      <p:sp>
        <p:nvSpPr>
          <p:cNvPr id="17" name="Shape 13"/>
          <p:cNvSpPr/>
          <p:nvPr/>
        </p:nvSpPr>
        <p:spPr>
          <a:xfrm>
            <a:off x="8310880" y="2286000"/>
            <a:ext cx="3446780" cy="1554480"/>
          </a:xfrm>
          <a:prstGeom prst="roundRect">
            <a:avLst>
              <a:gd name="adj" fmla="val 5882"/>
            </a:avLst>
          </a:prstGeom>
          <a:solidFill>
            <a:srgbClr val="F2F4F6"/>
          </a:solidFill>
          <a:ln/>
          <a:effectLst>
            <a:outerShdw blurRad="127000" dist="38100" dir="5400000" algn="bl" rotWithShape="0">
              <a:srgbClr val="1A253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8585200" y="2542032"/>
            <a:ext cx="548640" cy="548640"/>
          </a:xfrm>
          <a:prstGeom prst="ellipse">
            <a:avLst/>
          </a:prstGeom>
          <a:solidFill>
            <a:srgbClr val="0E3A5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2" descr="/tmp/nouvet_work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4072" y="266090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71000" y="2450592"/>
            <a:ext cx="2258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>
                <a:solidFill>
                  <a:srgbClr val="0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</a:t>
            </a:r>
            <a:endParaRPr lang="en-US" sz="2600"/>
          </a:p>
        </p:txBody>
      </p:sp>
      <p:sp>
        <p:nvSpPr>
          <p:cNvPr id="21" name="Text 16"/>
          <p:cNvSpPr/>
          <p:nvPr/>
        </p:nvSpPr>
        <p:spPr>
          <a:xfrm>
            <a:off x="8585200" y="3200400"/>
            <a:ext cx="2943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de 1ª resposta</a:t>
            </a:r>
            <a:endParaRPr lang="en-US" sz="1150"/>
          </a:p>
        </p:txBody>
      </p:sp>
      <p:sp>
        <p:nvSpPr>
          <p:cNvPr id="22" name="Shape 17"/>
          <p:cNvSpPr/>
          <p:nvPr/>
        </p:nvSpPr>
        <p:spPr>
          <a:xfrm>
            <a:off x="12123420" y="2286000"/>
            <a:ext cx="3446780" cy="1554480"/>
          </a:xfrm>
          <a:prstGeom prst="roundRect">
            <a:avLst>
              <a:gd name="adj" fmla="val 5882"/>
            </a:avLst>
          </a:prstGeom>
          <a:solidFill>
            <a:srgbClr val="F2F4F6"/>
          </a:solidFill>
          <a:ln/>
          <a:effectLst>
            <a:outerShdw blurRad="127000" dist="38100" dir="5400000" algn="bl" rotWithShape="0">
              <a:srgbClr val="1A253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12397740" y="2542032"/>
            <a:ext cx="548640" cy="548640"/>
          </a:xfrm>
          <a:prstGeom prst="ellipse">
            <a:avLst/>
          </a:prstGeom>
          <a:solidFill>
            <a:srgbClr val="0E3A5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3" descr="/tmp/nouvet_work/icons/sm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6612" y="2660904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083540" y="2450592"/>
            <a:ext cx="22580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>
                <a:solidFill>
                  <a:srgbClr val="0E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4,8/5</a:t>
            </a:r>
            <a:endParaRPr lang="en-US" sz="2600"/>
          </a:p>
        </p:txBody>
      </p:sp>
      <p:sp>
        <p:nvSpPr>
          <p:cNvPr id="26" name="Text 20"/>
          <p:cNvSpPr/>
          <p:nvPr/>
        </p:nvSpPr>
        <p:spPr>
          <a:xfrm>
            <a:off x="12397740" y="3200400"/>
            <a:ext cx="29438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 dos tutores (NPS)</a:t>
            </a:r>
            <a:endParaRPr lang="en-US" sz="1150"/>
          </a:p>
        </p:txBody>
      </p:sp>
      <p:sp>
        <p:nvSpPr>
          <p:cNvPr id="27" name="Shape 21"/>
          <p:cNvSpPr/>
          <p:nvPr/>
        </p:nvSpPr>
        <p:spPr>
          <a:xfrm>
            <a:off x="685800" y="4206240"/>
            <a:ext cx="8394294" cy="3246120"/>
          </a:xfrm>
          <a:prstGeom prst="roundRect">
            <a:avLst>
              <a:gd name="adj" fmla="val 2817"/>
            </a:avLst>
          </a:prstGeom>
          <a:solidFill>
            <a:srgbClr val="F2F4F6"/>
          </a:solidFill>
          <a:ln/>
          <a:effectLst>
            <a:outerShdw blurRad="127000" dist="38100" dir="5400000" algn="bl" rotWithShape="0">
              <a:srgbClr val="1A253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2"/>
          <p:cNvSpPr/>
          <p:nvPr/>
        </p:nvSpPr>
        <p:spPr>
          <a:xfrm>
            <a:off x="1005840" y="4434840"/>
            <a:ext cx="7754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mais procurados (exemplo)</a:t>
            </a:r>
            <a:endParaRPr lang="en-US" sz="1400"/>
          </a:p>
        </p:txBody>
      </p:sp>
      <p:graphicFrame>
        <p:nvGraphicFramePr>
          <p:cNvPr id="29" name="Chart 0"/>
          <p:cNvGraphicFramePr/>
          <p:nvPr/>
        </p:nvGraphicFramePr>
        <p:xfrm>
          <a:off x="914400" y="4892040"/>
          <a:ext cx="7845654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0" name="Shape 23"/>
          <p:cNvSpPr/>
          <p:nvPr/>
        </p:nvSpPr>
        <p:spPr>
          <a:xfrm>
            <a:off x="9491574" y="4206240"/>
            <a:ext cx="6078626" cy="3246120"/>
          </a:xfrm>
          <a:prstGeom prst="roundRect">
            <a:avLst>
              <a:gd name="adj" fmla="val 2817"/>
            </a:avLst>
          </a:prstGeom>
          <a:solidFill>
            <a:srgbClr val="F2F4F6"/>
          </a:solidFill>
          <a:ln/>
          <a:effectLst>
            <a:outerShdw blurRad="127000" dist="38100" dir="5400000" algn="bl" rotWithShape="0">
              <a:srgbClr val="1A253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4"/>
          <p:cNvSpPr/>
          <p:nvPr/>
        </p:nvSpPr>
        <p:spPr>
          <a:xfrm>
            <a:off x="9811614" y="4434840"/>
            <a:ext cx="54385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E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Atendimento: IA x Humano (exemplo)</a:t>
            </a:r>
            <a:endParaRPr lang="en-US" sz="1400"/>
          </a:p>
        </p:txBody>
      </p:sp>
      <p:graphicFrame>
        <p:nvGraphicFramePr>
          <p:cNvPr id="32" name="Chart 1"/>
          <p:cNvGraphicFramePr/>
          <p:nvPr/>
        </p:nvGraphicFramePr>
        <p:xfrm>
          <a:off x="9994494" y="4983480"/>
          <a:ext cx="5072786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3" name="Shape 25"/>
          <p:cNvSpPr/>
          <p:nvPr/>
        </p:nvSpPr>
        <p:spPr>
          <a:xfrm>
            <a:off x="685800" y="7772400"/>
            <a:ext cx="4748107" cy="502920"/>
          </a:xfrm>
          <a:prstGeom prst="roundRect">
            <a:avLst>
              <a:gd name="adj" fmla="val 50000"/>
            </a:avLst>
          </a:prstGeom>
          <a:solidFill>
            <a:srgbClr val="0E3A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26"/>
          <p:cNvSpPr/>
          <p:nvPr/>
        </p:nvSpPr>
        <p:spPr>
          <a:xfrm>
            <a:off x="914400" y="7772400"/>
            <a:ext cx="42909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da agenda por especialista</a:t>
            </a:r>
            <a:endParaRPr lang="en-US" sz="1150"/>
          </a:p>
        </p:txBody>
      </p:sp>
      <p:sp>
        <p:nvSpPr>
          <p:cNvPr id="35" name="Shape 27"/>
          <p:cNvSpPr/>
          <p:nvPr/>
        </p:nvSpPr>
        <p:spPr>
          <a:xfrm>
            <a:off x="5753947" y="7772400"/>
            <a:ext cx="4748107" cy="502920"/>
          </a:xfrm>
          <a:prstGeom prst="roundRect">
            <a:avLst>
              <a:gd name="adj" fmla="val 50000"/>
            </a:avLst>
          </a:prstGeom>
          <a:solidFill>
            <a:srgbClr val="0E3A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28"/>
          <p:cNvSpPr/>
          <p:nvPr/>
        </p:nvSpPr>
        <p:spPr>
          <a:xfrm>
            <a:off x="5982547" y="7772400"/>
            <a:ext cx="42909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Orçamentos enviados x convertidos</a:t>
            </a:r>
            <a:endParaRPr lang="en-US" sz="1150"/>
          </a:p>
        </p:txBody>
      </p:sp>
      <p:sp>
        <p:nvSpPr>
          <p:cNvPr id="37" name="Shape 29"/>
          <p:cNvSpPr/>
          <p:nvPr/>
        </p:nvSpPr>
        <p:spPr>
          <a:xfrm>
            <a:off x="10822093" y="7772400"/>
            <a:ext cx="4748107" cy="502920"/>
          </a:xfrm>
          <a:prstGeom prst="roundRect">
            <a:avLst>
              <a:gd name="adj" fmla="val 50000"/>
            </a:avLst>
          </a:prstGeom>
          <a:solidFill>
            <a:srgbClr val="0E3A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0"/>
          <p:cNvSpPr/>
          <p:nvPr/>
        </p:nvSpPr>
        <p:spPr>
          <a:xfrm>
            <a:off x="11050693" y="7772400"/>
            <a:ext cx="42909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por serviço e por unidade</a:t>
            </a:r>
            <a:endParaRPr lang="en-US" sz="1150"/>
          </a:p>
        </p:txBody>
      </p:sp>
      <p:pic>
        <p:nvPicPr>
          <p:cNvPr id="39" name="Image 4" descr="/tmp/nouvet_work/media_extract/ppt/media/image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90489" y="8624317"/>
            <a:ext cx="1183215" cy="4190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" y="0"/>
            <a:ext cx="16246475" cy="90678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F049900-5750-BDB6-54BE-A27412E06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158" y="1576138"/>
            <a:ext cx="4126831" cy="4812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EA245DA6E23BA44A3E4AF1200CEB629" ma:contentTypeVersion="17" ma:contentTypeDescription="Crie um novo documento." ma:contentTypeScope="" ma:versionID="4b2f5d130605962e7e2c6d0b6ccac28f">
  <xsd:schema xmlns:xsd="http://www.w3.org/2001/XMLSchema" xmlns:xs="http://www.w3.org/2001/XMLSchema" xmlns:p="http://schemas.microsoft.com/office/2006/metadata/properties" xmlns:ns2="b8a0cde0-62a9-4765-b04c-d5c96efac19f" xmlns:ns3="8fe3dc15-3287-404d-a573-a8a86fdef2de" targetNamespace="http://schemas.microsoft.com/office/2006/metadata/properties" ma:root="true" ma:fieldsID="7f432d097806f2d6fae554909dc07575" ns2:_="" ns3:_="">
    <xsd:import namespace="b8a0cde0-62a9-4765-b04c-d5c96efac19f"/>
    <xsd:import namespace="8fe3dc15-3287-404d-a573-a8a86fdef2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a0cde0-62a9-4765-b04c-d5c96efac1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d9165273-afe0-4d13-abf6-b106f5c57ac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e3dc15-3287-404d-a573-a8a86fdef2d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84a9437-a18f-4b52-b84c-432d13c255ae}" ma:internalName="TaxCatchAll" ma:showField="CatchAllData" ma:web="8fe3dc15-3287-404d-a573-a8a86fdef2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8a0cde0-62a9-4765-b04c-d5c96efac19f">
      <Terms xmlns="http://schemas.microsoft.com/office/infopath/2007/PartnerControls"/>
    </lcf76f155ced4ddcb4097134ff3c332f>
    <TaxCatchAll xmlns="8fe3dc15-3287-404d-a573-a8a86fdef2d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1D5F54-39E5-4D59-A8DD-6C8E0DE69142}">
  <ds:schemaRefs>
    <ds:schemaRef ds:uri="8fe3dc15-3287-404d-a573-a8a86fdef2de"/>
    <ds:schemaRef ds:uri="b8a0cde0-62a9-4765-b04c-d5c96efac1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84C0BAD-CC47-4394-9623-F72E481126EE}">
  <ds:schemaRefs>
    <ds:schemaRef ds:uri="8fe3dc15-3287-404d-a573-a8a86fdef2de"/>
    <ds:schemaRef ds:uri="b8a0cde0-62a9-4765-b04c-d5c96efac19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DC6C07F-89FB-43CB-9F87-E685A5379E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LuisMatt | Grupo Btech.Cloud Certus</dc:creator>
  <cp:revision>1</cp:revision>
  <dcterms:created xsi:type="dcterms:W3CDTF">2006-08-16T00:00:00Z</dcterms:created>
  <dcterms:modified xsi:type="dcterms:W3CDTF">2026-08-25T13:24:11Z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0x0101003EA245DA6E23BA44A3E4AF1200CEB629</vt:lpwstr>
  </property>
</Properties>
</file>